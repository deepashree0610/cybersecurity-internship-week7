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8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5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0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14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9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1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1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2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2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6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20000"/>
                <a:lumOff val="80000"/>
              </a:schemeClr>
            </a:gs>
            <a:gs pos="74000">
              <a:schemeClr val="accent1">
                <a:lumMod val="20000"/>
                <a:lumOff val="80000"/>
              </a:schemeClr>
            </a:gs>
            <a:gs pos="83000">
              <a:schemeClr val="accent5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405D9-0040-4F22-90C0-E34053C28B2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312E-6282-4BB8-B8DE-B4942C811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32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/>
              <a:t>CYBERSECURITY INTERNSHIP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1800" u="sng" dirty="0" smtClean="0"/>
              <a:t>WEEK 7 ASSIGNMENT </a:t>
            </a:r>
            <a:br>
              <a:rPr lang="en-US" sz="1800" u="sng" dirty="0" smtClean="0"/>
            </a:br>
            <a:r>
              <a:rPr lang="en-US" sz="1800" u="sng" dirty="0" smtClean="0"/>
              <a:t>VAPT: WEB APPLICATION TESTING WITH BURP SUITE</a:t>
            </a:r>
            <a:endParaRPr lang="en-US" sz="1800" u="sn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Submitted by </a:t>
            </a:r>
          </a:p>
          <a:p>
            <a:pPr marL="0" indent="0">
              <a:buNone/>
            </a:pPr>
            <a:r>
              <a:rPr lang="en-US" sz="1600" dirty="0" smtClean="0"/>
              <a:t>Name</a:t>
            </a:r>
            <a:r>
              <a:rPr lang="en-US" sz="1600" dirty="0" smtClean="0"/>
              <a:t>: </a:t>
            </a:r>
            <a:r>
              <a:rPr lang="en-US" sz="1600" dirty="0" err="1" smtClean="0"/>
              <a:t>Deepashree.C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Role: </a:t>
            </a:r>
            <a:r>
              <a:rPr lang="en-US" sz="1600" dirty="0" err="1" smtClean="0"/>
              <a:t>Cybersecurity</a:t>
            </a:r>
            <a:r>
              <a:rPr lang="en-US" sz="1600" dirty="0" smtClean="0"/>
              <a:t> Intern</a:t>
            </a:r>
          </a:p>
          <a:p>
            <a:pPr marL="0" indent="0">
              <a:buNone/>
            </a:pPr>
            <a:r>
              <a:rPr lang="en-US" sz="1600" dirty="0" smtClean="0"/>
              <a:t>Week: Week 7 </a:t>
            </a:r>
          </a:p>
          <a:p>
            <a:pPr marL="0" indent="0">
              <a:buNone/>
            </a:pPr>
            <a:r>
              <a:rPr lang="en-US" sz="1600" dirty="0" smtClean="0"/>
              <a:t>SIN: DG/SEPTEMBER/CYBER/254</a:t>
            </a:r>
          </a:p>
          <a:p>
            <a:pPr marL="0" indent="0">
              <a:buNone/>
            </a:pPr>
            <a:r>
              <a:rPr lang="en-US" sz="1600" dirty="0" smtClean="0"/>
              <a:t>Submitted to: DG Interns Hub</a:t>
            </a:r>
          </a:p>
          <a:p>
            <a:pPr marL="0" indent="0">
              <a:buNone/>
            </a:pPr>
            <a:r>
              <a:rPr lang="en-US" sz="1600" dirty="0" smtClean="0"/>
              <a:t>Topics covered: </a:t>
            </a:r>
          </a:p>
          <a:p>
            <a:pPr marL="0" indent="0">
              <a:buNone/>
            </a:pPr>
            <a:r>
              <a:rPr lang="en-US" sz="1600" dirty="0" smtClean="0"/>
              <a:t>o Burp </a:t>
            </a:r>
            <a:r>
              <a:rPr lang="en-US" sz="1600" dirty="0" smtClean="0"/>
              <a:t>Suite setup </a:t>
            </a:r>
            <a:r>
              <a:rPr lang="en-US" sz="1600" dirty="0" smtClean="0"/>
              <a:t>&amp; HTTP/HTTPS traffic interception</a:t>
            </a:r>
          </a:p>
          <a:p>
            <a:pPr marL="0" indent="0">
              <a:buNone/>
            </a:pPr>
            <a:r>
              <a:rPr lang="en-US" sz="1600" dirty="0" smtClean="0"/>
              <a:t> o Web application reconnaissance and attack surface mapping </a:t>
            </a:r>
          </a:p>
          <a:p>
            <a:pPr marL="0" indent="0">
              <a:buNone/>
            </a:pPr>
            <a:r>
              <a:rPr lang="en-US" sz="1600" dirty="0" smtClean="0"/>
              <a:t>o SQL Injection, XSS (Reflected &amp; Stored),Authentication Testing </a:t>
            </a:r>
          </a:p>
          <a:p>
            <a:pPr marL="0" indent="0">
              <a:buNone/>
            </a:pPr>
            <a:r>
              <a:rPr lang="en-US" sz="1600" dirty="0" smtClean="0"/>
              <a:t>o Parameter tampering, Directory &amp; Endpoint Discovery </a:t>
            </a:r>
          </a:p>
          <a:p>
            <a:pPr marL="0" indent="0">
              <a:buNone/>
            </a:pPr>
            <a:r>
              <a:rPr lang="en-US" sz="1600" dirty="0" smtClean="0"/>
              <a:t>o VAPT vulnerability analysis, risk assessment and remediation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25853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OBJECTIVES &amp; SCOPE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u="sng" dirty="0" smtClean="0"/>
              <a:t>Objectives:</a:t>
            </a:r>
          </a:p>
          <a:p>
            <a:r>
              <a:rPr lang="en-US" sz="1600" dirty="0" smtClean="0"/>
              <a:t>Configure Burp Suite as an intercepting proxy.</a:t>
            </a:r>
          </a:p>
          <a:p>
            <a:r>
              <a:rPr lang="en-US" sz="1600" dirty="0" smtClean="0"/>
              <a:t>Intercept and analyze HTTP/HTTPS traffic from DVWA.</a:t>
            </a:r>
          </a:p>
          <a:p>
            <a:r>
              <a:rPr lang="en-US" sz="1600" dirty="0" smtClean="0"/>
              <a:t>Identify authentication requests, session cookies, and input parameters.</a:t>
            </a:r>
          </a:p>
          <a:p>
            <a:r>
              <a:rPr lang="en-US" sz="1600" dirty="0" smtClean="0"/>
              <a:t>Map DVWA endpoints and identify its attack surface.</a:t>
            </a:r>
          </a:p>
          <a:p>
            <a:r>
              <a:rPr lang="en-US" sz="1600" dirty="0" smtClean="0"/>
              <a:t>Perform manual vulnerability testing using Burp Repeater.</a:t>
            </a:r>
          </a:p>
          <a:p>
            <a:r>
              <a:rPr lang="en-US" sz="1600" dirty="0" smtClean="0"/>
              <a:t>Test for SQL Injection, Cross-Site Scripting (XSS), and parameter tampering.</a:t>
            </a:r>
          </a:p>
          <a:p>
            <a:r>
              <a:rPr lang="en-US" sz="1600" dirty="0" smtClean="0"/>
              <a:t>Document at least three vulnerabilities with impact and remediation.</a:t>
            </a:r>
          </a:p>
          <a:p>
            <a:pPr marL="0" indent="0">
              <a:buNone/>
            </a:pPr>
            <a:r>
              <a:rPr lang="en-US" sz="1600" b="1" u="sng" dirty="0" smtClean="0"/>
              <a:t>Scope:</a:t>
            </a:r>
          </a:p>
          <a:p>
            <a:r>
              <a:rPr lang="en-US" sz="1600" dirty="0" smtClean="0"/>
              <a:t>Target: DVWA hosted in a controlled local laboratory.</a:t>
            </a:r>
          </a:p>
          <a:p>
            <a:r>
              <a:rPr lang="en-US" sz="1600" dirty="0" smtClean="0"/>
              <a:t>Testing Areas: Authentication, input validation, SQL Injection, XSS, session handling, and endpoint discovery.</a:t>
            </a:r>
          </a:p>
          <a:p>
            <a:r>
              <a:rPr lang="en-US" sz="1600" dirty="0" smtClean="0"/>
              <a:t>Testing Restriction: All testing was performed only against the authorized educational lab application.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5948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BURP SUITE SETUP &amp; INTERCEPTION</a:t>
            </a:r>
            <a:endParaRPr lang="en-US" sz="32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1166" y="1701379"/>
            <a:ext cx="5105400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Burp Suite Setup and Configuration: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Burp Suite was configured as an interception proxy.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Firefox was configured to use proxy host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127.0.0.1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port 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8080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Proxy interception was enabled to capture browser requests.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Burp's CA certificate was installed in Firefox for HTTPS traffic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Intercepted Request: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GET /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dvwa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 HTTP/1.1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Host: 127.0.0.1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User-Agent: Mozilla/5.0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Observation: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Burp Suite successfully intercepted and analyzed HTTP requests from Firefox before forwarding them to the local DVWA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845" y="1701378"/>
            <a:ext cx="4012075" cy="27080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39845" y="4605774"/>
            <a:ext cx="43281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Figure: HTTP Request Intercepted Using Burp Suite Proxy</a:t>
            </a:r>
          </a:p>
        </p:txBody>
      </p:sp>
    </p:spTree>
    <p:extLst>
      <p:ext uri="{BB962C8B-B14F-4D97-AF65-F5344CB8AC3E}">
        <p14:creationId xmlns:p14="http://schemas.microsoft.com/office/powerpoint/2010/main" val="228795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HTTPS CERTIFICATE &amp; LOGIN REQUEST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4073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u="sng" dirty="0" smtClean="0"/>
              <a:t>HTTPS Interception and Login Request Analysis:</a:t>
            </a:r>
          </a:p>
          <a:p>
            <a:pPr marL="0" indent="0">
              <a:buNone/>
            </a:pPr>
            <a:r>
              <a:rPr lang="en-US" sz="1400" b="1" u="sng" dirty="0" smtClean="0"/>
              <a:t>HTTPS Interception:</a:t>
            </a:r>
          </a:p>
          <a:p>
            <a:r>
              <a:rPr lang="en-US" sz="1400" dirty="0" smtClean="0"/>
              <a:t>Burp Suite's CA certificate was installed in Firefox to inspect HTTPS traffic within the authorized lab.</a:t>
            </a:r>
          </a:p>
          <a:p>
            <a:r>
              <a:rPr lang="en-US" sz="1400" dirty="0" smtClean="0"/>
              <a:t>HTTPS requests and responses were captured and examined using Burp Suite.</a:t>
            </a:r>
          </a:p>
          <a:p>
            <a:pPr marL="0" indent="0">
              <a:buNone/>
            </a:pPr>
            <a:r>
              <a:rPr lang="en-US" sz="1400" b="1" u="sng" dirty="0" smtClean="0"/>
              <a:t>Login Request Analysis:</a:t>
            </a:r>
          </a:p>
          <a:p>
            <a:r>
              <a:rPr lang="en-US" sz="1400" dirty="0" smtClean="0"/>
              <a:t>The DVWA login request was intercepted and analyzed.</a:t>
            </a:r>
          </a:p>
          <a:p>
            <a:r>
              <a:rPr lang="en-US" sz="1400" dirty="0" smtClean="0"/>
              <a:t>The request was examined for its HTTP method, login endpoint, username and password parameters, headers, response status, and session cookie.</a:t>
            </a:r>
          </a:p>
          <a:p>
            <a:pPr marL="0" indent="0">
              <a:buNone/>
            </a:pPr>
            <a:r>
              <a:rPr lang="en-US" sz="1400" b="1" u="sng" dirty="0" smtClean="0"/>
              <a:t>Key Observation:</a:t>
            </a:r>
          </a:p>
          <a:p>
            <a:pPr marL="0" indent="0">
              <a:buNone/>
            </a:pPr>
            <a:r>
              <a:rPr lang="en-US" sz="1400" dirty="0" smtClean="0"/>
              <a:t>The captured login exchange provided insight into how DVWA processes authentication requests and manages session cookies after a successful login.</a:t>
            </a:r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0" y="1690688"/>
            <a:ext cx="3379580" cy="17298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0" y="4422090"/>
            <a:ext cx="3444538" cy="16434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20593" y="3693517"/>
            <a:ext cx="37369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Fig: Burp Suite CA Certificate Installed in Firefox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7720593" y="6176963"/>
            <a:ext cx="42169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Fig: </a:t>
            </a:r>
            <a:r>
              <a:rPr lang="en-US" sz="1400" dirty="0"/>
              <a:t>DVWA Login Request Captured Through Burp Suite </a:t>
            </a:r>
          </a:p>
        </p:txBody>
      </p:sp>
    </p:spTree>
    <p:extLst>
      <p:ext uri="{BB962C8B-B14F-4D97-AF65-F5344CB8AC3E}">
        <p14:creationId xmlns:p14="http://schemas.microsoft.com/office/powerpoint/2010/main" val="38672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RECONNAISSANCE &amp; APPLICATION MAPPING</a:t>
            </a:r>
            <a:endParaRPr lang="en-US" sz="32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7649" y="1981630"/>
            <a:ext cx="549358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Application Reconnaissance and Mapping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Burp Suite Proxy and Target Site map were used to explore the DVWA application.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following components were identified: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Login and logout pages.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Vulnerability modules and input fields.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GET and POST parameters.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Application directories and static resources.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Accessible application endpoints.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1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 Parameters: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GET: id=1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POST: username=admin, password=password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Observation: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Application mapping helped identify accessible resources, user-input points, and potential areas for further vulnerability assessment.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089585" y="5296654"/>
            <a:ext cx="47691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Figure: DVWA Application Attack Surface Mapped in Burp Suite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472" y="2346961"/>
            <a:ext cx="3558688" cy="254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8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SQL INJECTION TESTING</a:t>
            </a:r>
            <a:endParaRPr lang="en-US" sz="32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25563"/>
            <a:ext cx="6364857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SQL Injection Vulnerability Assessment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Testing Approach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Opened the DVWA SQL Injection module and submitted a valid input.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Intercepted the request using Burp Suite Proxy and forwarded it to Repeater.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Modified the input parameter with an SQL Injection test string.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Compared the server responses to determine whether the input affected the database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 Payload: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' OR 1=1--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Impact: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SQL Injection may expose database information or enable unauthorized data access and modification, depending on the application's configuration.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Remediation: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 parameterized queries and prepared statements.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Apply server-side input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Restrict database permissions according to least privilege.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Observation: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Differences in the application response helped assess whether user input was improperly incorporated into SQL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974505" y="3660894"/>
            <a:ext cx="34152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Fig: </a:t>
            </a:r>
            <a:r>
              <a:rPr lang="en-US" sz="1400" dirty="0"/>
              <a:t>SQL Injection Payload in Burp Repeater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99" y="1722749"/>
            <a:ext cx="3482642" cy="16536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99" y="4339539"/>
            <a:ext cx="3482642" cy="116596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66160" y="5722479"/>
            <a:ext cx="45818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Fig: </a:t>
            </a:r>
            <a:r>
              <a:rPr lang="en-US" sz="1400" dirty="0"/>
              <a:t>SQL Injection Response Demonstrating Multiple Records</a:t>
            </a:r>
          </a:p>
        </p:txBody>
      </p:sp>
    </p:spTree>
    <p:extLst>
      <p:ext uri="{BB962C8B-B14F-4D97-AF65-F5344CB8AC3E}">
        <p14:creationId xmlns:p14="http://schemas.microsoft.com/office/powerpoint/2010/main" val="211181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074" y="17248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CROSS-SITE SCRIPTING TESTING</a:t>
            </a:r>
            <a:endParaRPr lang="en-US" sz="3200" b="1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687729" y="1790439"/>
            <a:ext cx="487969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XSS Testing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Tested DVWA Reflected and Stored XSS modules using Burp Suite.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Modified input parameters in Repeater and submitted a proof-of-concept payload.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Checked whether the input was reflected or stored and executed unsafely.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 Payload: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&lt;script&gt;alert(1)&lt;/script&gt;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Remediation: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Apply output encoding, validate input, and implement Content Security Policy (CSP).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Observation: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Testing helped identify whether user input could execute as JavaScript in the browser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6654800" y="311599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Figure : Reflected XSS Payload Submitted Through Burp Repeater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654800" y="4626094"/>
            <a:ext cx="40073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Figure: Reflected XSS Successfully Executed in DVWA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2468" y="6282174"/>
            <a:ext cx="28503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Figure: Stored XSS Executed After Retrieval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1790439"/>
            <a:ext cx="4643120" cy="10135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3522397"/>
            <a:ext cx="4643120" cy="9678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5181265"/>
            <a:ext cx="4643120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6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251" y="609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/>
              <a:t>AUTHENTICATION &amp; PARAMETER TAMPERING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826" y="1489194"/>
            <a:ext cx="627533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Authorization Testing</a:t>
            </a:r>
          </a:p>
          <a:p>
            <a:pPr marL="0" indent="0">
              <a:buNone/>
            </a:pPr>
            <a:r>
              <a:rPr lang="en-US" sz="1400" dirty="0"/>
              <a:t>Testing Method: Authorization was tested using Burp Suite HTTP History and Repeater to check access to restricted resources.</a:t>
            </a:r>
          </a:p>
          <a:p>
            <a:pPr marL="0" indent="0">
              <a:buNone/>
            </a:pPr>
            <a:r>
              <a:rPr lang="en-US" sz="1400" dirty="0"/>
              <a:t>Areas Examined</a:t>
            </a:r>
          </a:p>
          <a:p>
            <a:r>
              <a:rPr lang="en-US" sz="1400" dirty="0"/>
              <a:t>Protected URLs</a:t>
            </a:r>
          </a:p>
          <a:p>
            <a:r>
              <a:rPr lang="en-US" sz="1400" dirty="0"/>
              <a:t>User roles and privileges</a:t>
            </a:r>
          </a:p>
          <a:p>
            <a:r>
              <a:rPr lang="en-US" sz="1400" dirty="0"/>
              <a:t>Unauthorized access</a:t>
            </a:r>
          </a:p>
          <a:p>
            <a:r>
              <a:rPr lang="en-US" sz="1400" dirty="0"/>
              <a:t>Server response</a:t>
            </a:r>
          </a:p>
          <a:p>
            <a:pPr marL="0" indent="0">
              <a:buNone/>
            </a:pPr>
            <a:r>
              <a:rPr lang="en-US" sz="1400" dirty="0" smtClean="0"/>
              <a:t>Testing </a:t>
            </a:r>
            <a:r>
              <a:rPr lang="en-US" sz="1400" dirty="0"/>
              <a:t>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Capture an authenticated request.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Send it to Burp Repeater.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Modify the request or use a lower-privileged test account.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Send the request and compare responses.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Verify whether access is properly restricted.</a:t>
            </a:r>
          </a:p>
          <a:p>
            <a:pPr marL="0" indent="0">
              <a:buNone/>
            </a:pPr>
            <a:r>
              <a:rPr lang="en-US" sz="1400" dirty="0" smtClean="0"/>
              <a:t>Security </a:t>
            </a:r>
            <a:r>
              <a:rPr lang="en-US" sz="1400" dirty="0"/>
              <a:t>Principle: The server must verify user permissions before allowing access to protected resources.</a:t>
            </a:r>
          </a:p>
          <a:p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7692407" y="5764014"/>
            <a:ext cx="39374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Fig: </a:t>
            </a:r>
            <a:r>
              <a:rPr lang="en-US" sz="1400" dirty="0"/>
              <a:t>Parameter Value Modified Using Burp Repeater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7892" y="3421380"/>
            <a:ext cx="42719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Fig: </a:t>
            </a:r>
            <a:r>
              <a:rPr lang="en-US" sz="1400" dirty="0"/>
              <a:t>Authentication Request and Session Cookie Analysis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685" y="1672368"/>
            <a:ext cx="4103515" cy="14631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892" y="4003571"/>
            <a:ext cx="4021308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97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DIRECTORY &amp; ENDPOINT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4548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Session Management Testing</a:t>
            </a:r>
          </a:p>
          <a:p>
            <a:pPr marL="0" indent="0">
              <a:buNone/>
            </a:pPr>
            <a:r>
              <a:rPr lang="en-US" sz="1400" dirty="0"/>
              <a:t>Testing Method: Burp Suite HTTP History was used to examine session cookies and logout behavior.</a:t>
            </a:r>
          </a:p>
          <a:p>
            <a:pPr marL="0" indent="0">
              <a:buNone/>
            </a:pPr>
            <a:r>
              <a:rPr lang="en-US" sz="1400" dirty="0"/>
              <a:t>Areas Examined</a:t>
            </a:r>
          </a:p>
          <a:p>
            <a:r>
              <a:rPr lang="en-US" sz="1400" dirty="0"/>
              <a:t>Session cookie</a:t>
            </a:r>
          </a:p>
          <a:p>
            <a:r>
              <a:rPr lang="en-US" sz="1400" dirty="0"/>
              <a:t>Cookie attributes</a:t>
            </a:r>
          </a:p>
          <a:p>
            <a:r>
              <a:rPr lang="en-US" sz="1400" dirty="0"/>
              <a:t>Session expiration</a:t>
            </a:r>
          </a:p>
          <a:p>
            <a:r>
              <a:rPr lang="en-US" sz="1400" dirty="0"/>
              <a:t>Logout behavior</a:t>
            </a:r>
          </a:p>
          <a:p>
            <a:pPr marL="0" indent="0">
              <a:buNone/>
            </a:pPr>
            <a:r>
              <a:rPr lang="en-US" sz="1400" dirty="0"/>
              <a:t>Testing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Capture the login request.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Identify the session cookie.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Examine its attributes</a:t>
            </a:r>
            <a:r>
              <a:rPr lang="en-US" sz="1400" dirty="0" smtClean="0"/>
              <a:t>.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Log out and replay a previous authenticated request.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Verify whether the session is invalidated.</a:t>
            </a:r>
          </a:p>
          <a:p>
            <a:pPr marL="0" indent="0">
              <a:buNone/>
            </a:pPr>
            <a:r>
              <a:rPr lang="en-US" sz="1400" dirty="0"/>
              <a:t>Security Importance: Proper session management prevents unauthorized access through stolen, expired, or invalid session cookies.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654800" y="535119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Figure: Directory and Endpoint Discovery of the Local DVWA Application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880" y="2631440"/>
            <a:ext cx="4945640" cy="244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8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24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VAPT </a:t>
            </a:r>
            <a:r>
              <a:rPr lang="en-US" sz="3200" b="1" dirty="0" smtClean="0"/>
              <a:t>FINDINGS AND REMEDIATION</a:t>
            </a:r>
            <a:endParaRPr lang="en-US" sz="3200" b="1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345332"/>
              </p:ext>
            </p:extLst>
          </p:nvPr>
        </p:nvGraphicFramePr>
        <p:xfrm>
          <a:off x="838200" y="2462054"/>
          <a:ext cx="10515600" cy="2346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Testing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Recommended Remediation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SQL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Burp Repeater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Use parameterized queries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Reflected XSS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Burp Repeater + 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Apply output encoding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Stored XSS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Burp + 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Sanitize input and encode output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Authentication/Session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HTTP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Secure authentication and session handling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Parameter Tampering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Burp Repeater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Enforce server-side validation and authorization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Endpoint 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Target/Site 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Restrict access to sensitive resources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67080" y="1703755"/>
            <a:ext cx="13818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VAPT Findings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235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CONCLUSION</a:t>
            </a:r>
            <a:endParaRPr lang="en-US" sz="3200" b="1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737496" y="1864627"/>
            <a:ext cx="1061630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testing demonstrated how client-side requests can be intercepted and analyzed using Burp Suite.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 improved understanding of the relationship between HTTP methods, parameters, headers, and server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Vulnerability testing emphasized the need for secure coding practices throughout application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Proper authentication and authorization mechanisms help protect confidential user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Input validation and output encoding reduce the risk of injection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Security testing helps identify weaknesses in application configuration and access restrictions.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assessment highlighted the importance of protecting sensitive information transmitted through HTTP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Developers should follow the principle of least privilege when assigning user permissions.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Error messages should not disclose sensitive technical details about the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Security controls should be tested against both valid and unexpected user inputs.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Findings should be documented with their testing methods, potential impact, and remediation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Fixing vulnerabilities and performing follow-up testing helps strengthen the application's overall security posture.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VAPT supports a proactive approach to identifying and mitigating security risks.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exercise provided practical experience in web application security testing using an intentionally vulnerable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Continuous security assessment is essential to maintaining the confidentiality, integrity, and availability of web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929794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1241</Words>
  <Application>Microsoft Office PowerPoint</Application>
  <PresentationFormat>Widescreen</PresentationFormat>
  <Paragraphs>184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Unicode MS</vt:lpstr>
      <vt:lpstr>Arial</vt:lpstr>
      <vt:lpstr>Calibri</vt:lpstr>
      <vt:lpstr>Calibri Light</vt:lpstr>
      <vt:lpstr>Office Theme</vt:lpstr>
      <vt:lpstr>CYBERSECURITY INTERNSHIP  WEEK 7 ASSIGNMENT  VAPT: WEB APPLICATION TESTING WITH BURP SUITE</vt:lpstr>
      <vt:lpstr>OBJECTIVES &amp; SCOPE</vt:lpstr>
      <vt:lpstr>BURP SUITE SETUP &amp; INTERCEPTION</vt:lpstr>
      <vt:lpstr>HTTPS CERTIFICATE &amp; LOGIN REQUEST</vt:lpstr>
      <vt:lpstr>RECONNAISSANCE &amp; APPLICATION MAPPING</vt:lpstr>
      <vt:lpstr>SQL INJECTION TESTING</vt:lpstr>
      <vt:lpstr>CROSS-SITE SCRIPTING TESTING</vt:lpstr>
      <vt:lpstr>AUTHENTICATION &amp; PARAMETER TAMPERING</vt:lpstr>
      <vt:lpstr>DIRECTORY &amp; ENDPOINT DISCOVERY</vt:lpstr>
      <vt:lpstr>VAPT FINDINGS AND REMEDIATION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INTERNSHIP  WEEK 7 ASSIGNMENT  VAPT: WEB APPLICATION TESTING WITH BURP SUITE</dc:title>
  <dc:creator>Microsoft account</dc:creator>
  <cp:lastModifiedBy>Microsoft account</cp:lastModifiedBy>
  <cp:revision>18</cp:revision>
  <dcterms:created xsi:type="dcterms:W3CDTF">2026-10-17T13:48:26Z</dcterms:created>
  <dcterms:modified xsi:type="dcterms:W3CDTF">2026-10-19T13:46:42Z</dcterms:modified>
</cp:coreProperties>
</file>